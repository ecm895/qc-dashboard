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81"/>
    <p:restoredTop sz="94665"/>
  </p:normalViewPr>
  <p:slideViewPr>
    <p:cSldViewPr snapToGrid="0" snapToObjects="1">
      <p:cViewPr varScale="1">
        <p:scale>
          <a:sx n="133" d="100"/>
          <a:sy n="133" d="100"/>
        </p:scale>
        <p:origin x="190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350599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SOA-NCR-QL-000016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A – B2 Soffit)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Substandard SF3 concrete soffit finish: recurring honeycombing, surface voids, uneven texture, embedded tape/wood.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 separate SF-3.0 repair Method Statement; initiate trial repair mock-up using approved repair materials.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2026-02-17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2</a:t>
                      </a:r>
                      <a:r>
                        <a:rPr lang="en-US" dirty="0"/>
                        <a:t>22</a:t>
                      </a:r>
                      <a:r>
                        <a:rPr dirty="0"/>
                        <a:t>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Mockup inspection for sofit to be done by 30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Sep, once mock-up is approved other areas plan will be provided.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SOA-NCR-QL-000019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1-B2 Wall)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Defective mock-up curved wall executed with styrofoam formwork; delay in corrective action plan submission.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3rd-party NDT structural testing completed; submit comprehensive integrity report and Code A repair MS.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2026-04-28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1</a:t>
                      </a:r>
                      <a:r>
                        <a:rPr lang="en-US" dirty="0"/>
                        <a:t>52</a:t>
                      </a:r>
                      <a:r>
                        <a:rPr dirty="0"/>
                        <a:t>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[OVERDUE]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NDT testing conducted. The test is passed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the report has been submitted on Aconex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SOA-NCR-QL-000024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 / Civil (Zone 2 – B1 CMU)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Unapproved expansion joint filler boards used in CMU blockwork without approved MAR or sample.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Stop using unapproved filler board; submit revised MAR addressing Code C comments &amp; sample; hold TBT.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2026-05-24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1</a:t>
                      </a:r>
                      <a:r>
                        <a:rPr lang="en-US" dirty="0"/>
                        <a:t>26</a:t>
                      </a:r>
                      <a:r>
                        <a:rPr dirty="0"/>
                        <a:t>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The letter has been submitted to CSC for review on 27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Sep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27565"/>
              </p:ext>
            </p:extLst>
          </p:nvPr>
        </p:nvGraphicFramePr>
        <p:xfrm>
          <a:off x="240384" y="76201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SOA-NCR-QL-000026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 / Civil (Zone 2 – B1 CMU)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Unauthorized blockwork construction above lintel beam level without approved builder drawings or MEP clearance.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Submitted revised elevation drawings (WF-216178) conforming to calculations (WF-200995); coordinate MEP before casting.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2026-06-28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91</a:t>
                      </a:r>
                      <a:r>
                        <a:rPr dirty="0"/>
                        <a:t>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Meeting with CSC to discuss Arch issues is schedule on 28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Sep at 10 AM.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SOA-NCR-QL-000028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5 L0 to L1)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ACROW clearance issued without verification, causing fresh concrete slurry leak into B2 elevator shaft.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Enforce strict ACROW pre-pour physical site checks; seal formwork joints; clean elevator shaft; submit formal CAPA.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2026-07-12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77</a:t>
                      </a:r>
                      <a:r>
                        <a:rPr dirty="0"/>
                        <a:t>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[OVERDUE]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sz="1400" kern="1200" dirty="0">
                          <a:solidFill>
                            <a:srgbClr val="0F172A"/>
                          </a:solidFill>
                          <a:latin typeface="Calibri"/>
                          <a:ea typeface="+mn-ea"/>
                          <a:cs typeface="+mn-cs"/>
                        </a:rPr>
                        <a:t>Typical drawings submitted currently under review on Aconex</a:t>
                      </a:r>
                      <a:endParaRPr sz="1400" kern="1200" dirty="0">
                        <a:solidFill>
                          <a:srgbClr val="0F172A"/>
                        </a:solidFill>
                        <a:latin typeface="Calibri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SOA-NCR-QL-000029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Arch / MEP (Basement B2)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MEP installations (HDPE hanging drainage pipes) commenced prior to architectural clearance and painting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Suspend MEP works; remove HDPE pipes for painting completion; introduce mandatory Area Acceptance Record (AAR).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76</a:t>
                      </a:r>
                      <a:r>
                        <a:rPr dirty="0"/>
                        <a:t>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dirty="0"/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MEP proposal has been submitted to CSC, which outlines utilities can be removed in some areas and remain in other area for sofit finishing.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914579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SOA-NCR-QL-000031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Civil (Zone 4 L0)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Unauthorized cutting and drilling into completed RC structural wall for placing boom support without CSC approval.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Isolate wall; submit boom reaction calculations and opening closure MS; repair damaged rebar/concrete; hold TBT.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70 d</a:t>
                      </a:r>
                    </a:p>
                    <a:p>
                      <a:pPr algn="ctr">
                        <a:defRPr sz="1400" b="1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[OVERDUE]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CAPA Approved (Code B) — Str calc and </a:t>
                      </a:r>
                      <a:r>
                        <a:rPr lang="en-US" dirty="0" err="1"/>
                        <a:t>drwg</a:t>
                      </a:r>
                      <a:r>
                        <a:rPr lang="en-US" dirty="0"/>
                        <a:t> will be submitted by 1</a:t>
                      </a:r>
                      <a:r>
                        <a:rPr lang="en-US" baseline="30000" dirty="0"/>
                        <a:t>st</a:t>
                      </a:r>
                      <a:r>
                        <a:rPr lang="en-US" dirty="0"/>
                        <a:t> Oct 2026.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SOA-NCR-QL-000032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(Zones 2, 3, 5, 6 – B2)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unauthorized bond beam casting and blockwork without approved builder drawings or MEP clearance.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Submitted updated elevation drawings (WF-220202); confirmed structural calculations (WF-200995); conduct TBT.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2026-07-30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48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Response same as NCR-26 — Drawings Code C (room ID/Name); elevation drawings under resubmission.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SOA-NCR-QL-000033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(Zones 9, 10, 11 – B2)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failure to achieve specified SF3 fair-faced concrete finish quality: formwork misalignment, honeycombing.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Finalize comprehensive SF3 repair method statement; execute repair mock-ups for consultant inspection.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42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MST for SF2 &amp; SF3 has been submitted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239415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SOA-NCR-QL-000034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concrete casting resulting in missing additional reinforcement around embedded steel plates in Zone 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 detailed CAPA with structural justification/NDT; work on hold at affected location until approved.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35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CAPA Approved </a:t>
                      </a:r>
                      <a:r>
                        <a:rPr lang="en-US" dirty="0"/>
                        <a:t>submitted on 22</a:t>
                      </a:r>
                      <a:r>
                        <a:rPr lang="en-US" baseline="30000" dirty="0"/>
                        <a:t>nd</a:t>
                      </a:r>
                      <a:r>
                        <a:rPr lang="en-US" dirty="0"/>
                        <a:t>  Sep.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SOA-NCR-QL-000035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 10-B1)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unauthorized SF3 repair works on fair-faced concrete walls using unapproved cement mortar patches.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Remove unapproved cement patches; execute repairs strictly using approved MAR materials and inspected WIRs.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2026-08-13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34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MST for SF2 &amp; SF3 has been submitted; unauthorized patches mechanically removed.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SOA-NCR-QL-000037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/ MEP (B2 Water Tank Wall)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demolition of 300 mm cast wall to add 7 missed MEP flanges at B2 Water Tank, damaging water stopper.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Immediately stop demolition; submit Root Cause Analysis, structural repair MS, and water stopper reinstatement plan.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30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sz="1800" b="1" dirty="0">
                          <a:solidFill>
                            <a:srgbClr val="00B050"/>
                          </a:solidFill>
                        </a:rPr>
                        <a:t>Closed</a:t>
                      </a:r>
                      <a:endParaRPr sz="18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01513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SOA-NCR-QL-000038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2 – Wall P2-01)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Unauthorized cutting and welding of structural reinforcement bars to fit embedded plates at Zone 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Submit structural justification, rebar repair details, and CAPA for Consultant review; hold further works.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27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</a:rPr>
                        <a:t>WIR is submitted for close-out</a:t>
                      </a:r>
                      <a:endParaRPr sz="16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SOA-NCR-QL-000039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Façade (Façade Mockup)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JANGHO unauthorized welding on Façade Mockup: no approved WPS, uncertified welders, non-compliant with AWS D1.1.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Suspended welding works; submit WPS, welder qualification records, calibration certificates, and Welding MS &amp; ITP.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27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NDT inspection completed on 3rd Sep; welder qualification package under final compilation. WPS, MAT, MST(UR)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SOA-NCR-QL-000040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Documentation / QA/QC KPI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High Code C rate on Material Submittals (84 submittals at Code C; KPI &lt; 70% vs mandatory 90% project requirement).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Enforce strict internal technical QA/QC review; withdraw non-applicable submittals; submit recovery plan to reach 90% KPI.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22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CAPA will be submitted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913940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SOA-NCR-QL-000041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/ Material (Rebar Laydown)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Unapproved Grade 80 Steel delivered to site from Al-</a:t>
                      </a:r>
                      <a:r>
                        <a:rPr dirty="0" err="1"/>
                        <a:t>Ittefaq</a:t>
                      </a:r>
                      <a:r>
                        <a:rPr dirty="0"/>
                        <a:t> Steel without approved MAR/MIR (both currently Code-C).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Quarantined delivered steel; enforce strict no-use policy until formal approval or removal from site; submit preventive plan.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22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Material quarantined on site, </a:t>
                      </a:r>
                      <a:r>
                        <a:rPr lang="en-US" dirty="0"/>
                        <a:t>material will be removed from site by 24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Sep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SOA-NCR-QL-000042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9 B1 Joint)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Repeated non-compliance: formwork removed at construction joint at Zone 9 B1. Edge shutter stripped prematurely.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Halt premature formwork stripping; reinstate edge shutter support; inspect joint face and submit method statement.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2026-08-27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Close out submitted</a:t>
                      </a:r>
                      <a:endParaRPr dirty="0"/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SOA-NCR-QL-000043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(Slab Zone 9 B1)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Unacceptable concrete quality and ineffective preventive measures on slab at Zone 9 B1: surface voids and uneven finish.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Perform thorough concrete defect mapping, core testing/NDT if requested; submit remedial method statement and controls.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2026-08-30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17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Test report has been submitted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526538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SOA-NCR-QL-000044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Quality / Documentation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Low NCR Closure KPI and Overdue NCRs: Issued by Client/Consultant due to slow closeout turnaround and accumulated overdue items.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Formulate and submit an immediate, high-priority NCR Recovery Plan; mobilize dedicated technical engineers to close pending items.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NCR closing on-going process. Closing to be discussed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rPr dirty="0"/>
                        <a:t>BV-BSW-105-0000-</a:t>
                      </a:r>
                      <a:br>
                        <a:rPr dirty="0"/>
                      </a:br>
                      <a:r>
                        <a:rPr dirty="0"/>
                        <a:t>SOA-NCR-QL-000045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rPr dirty="0"/>
                        <a:t>Civil (Zone 5)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Unauthorized cutting/welding of non-weldable structural reinforcement bars and unauthorized concrete demolition works in Zone 5.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Immediately cease cutting/welding &amp; demolition in Zone 5; submit structural damage evaluation and rebar reinstatement MS.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CAPA proposal has been submitted</a:t>
                      </a:r>
                      <a:endParaRPr dirty="0">
                        <a:solidFill>
                          <a:srgbClr val="FFC000"/>
                        </a:solidFill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SOA-NCR-QL-000046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Architectural (Zone 11 B2)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Persistent and uncontrolled non-compliance with SF3 fair-faced architectural concrete finish requirements at Zone 11 (B2 level).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Stop concreting in Zone 11 fair-faced elements until formwork quality and placement practices are audited; submit detailed CAPA.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sz="1200" b="0" dirty="0">
                          <a:solidFill>
                            <a:srgbClr val="FFC000"/>
                          </a:solidFill>
                        </a:rPr>
                        <a:t>Test is done, report is submitted, repair will be planned</a:t>
                      </a:r>
                      <a:endParaRPr sz="1200" b="0" dirty="0">
                        <a:solidFill>
                          <a:srgbClr val="FFC000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059789"/>
              </p:ext>
            </p:extLst>
          </p:nvPr>
        </p:nvGraphicFramePr>
        <p:xfrm>
          <a:off x="457200" y="411480"/>
          <a:ext cx="11277295" cy="6141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Sr.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Document No.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NCR Description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Corrective Action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Issue 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Days Passed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SOA-NCR-QL-000047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1 B1)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Unauthorized concrete chipping and improper concrete cover rectification works observed at Zone 1 (B1 level).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Cease unauthorized chipping; submit structural assessment, approved repair method statement, and WIR for cover rectification.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CAPA has </a:t>
                      </a:r>
                      <a:r>
                        <a:rPr lang="en-US"/>
                        <a:t>been submitted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SOA-NCR-QL-000048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Civil (Zone 1 L0 to L2)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Significant wall verticality deviation noted from Level L0 to L2 in Zone 1, followed by unauthorized cosmetic repair.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Conduct comprehensive 3D laser survey for verticality deviation; submit structural integrity assessment and remedial plan to CSC.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Open (Awaiting CAPA) — Survey report being finalized; structural evaluation underway.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19"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2444"/>
                          </a:solidFill>
                          <a:latin typeface="Calibri"/>
                        </a:defRPr>
                      </a:pPr>
                      <a:r>
                        <a:t>BV-BSW-105-0000-</a:t>
                      </a:r>
                      <a:br/>
                      <a:r>
                        <a:t>SOA-NCR-QL-000049</a:t>
                      </a:r>
                    </a:p>
                    <a:p>
                      <a:pPr>
                        <a:defRPr sz="1400" b="1">
                          <a:solidFill>
                            <a:srgbClr val="B45309"/>
                          </a:solidFill>
                          <a:latin typeface="Calibri"/>
                        </a:defRPr>
                      </a:pPr>
                      <a:r>
                        <a:t>Structural (Zone 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NEW: Lifting of Truss 1 (Left Side Stage) executed without required QAQC inspections, lifting plan approval, and CSC clearance.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Halt further steel erection; submit third-party rigging/lifting inspection records, connection inspection WIR, and CAPA.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2026-09-10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 d</a:t>
                      </a:r>
                    </a:p>
                    <a:p>
                      <a:pPr algn="ctr">
                        <a:defRPr sz="12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[&lt; 2 Months]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Open (Awaiting CAPA) — Lifting and connection inspection records under compilation for CSC review.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5761</TotalTime>
  <Words>1739</Words>
  <Application>Microsoft Macintosh PowerPoint</Application>
  <PresentationFormat>Widescreen</PresentationFormat>
  <Paragraphs>272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Office</cp:lastModifiedBy>
  <cp:revision>10</cp:revision>
  <dcterms:created xsi:type="dcterms:W3CDTF">2013-01-27T09:14:16Z</dcterms:created>
  <dcterms:modified xsi:type="dcterms:W3CDTF">2026-09-27T14:01:54Z</dcterms:modified>
  <cp:category/>
</cp:coreProperties>
</file>