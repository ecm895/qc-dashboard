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29"/>
    <p:restoredTop sz="94611"/>
  </p:normalViewPr>
  <p:slideViewPr>
    <p:cSldViewPr snapToGrid="0" snapToObjects="1">
      <p:cViewPr>
        <p:scale>
          <a:sx n="101" d="100"/>
          <a:sy n="101" d="100"/>
        </p:scale>
        <p:origin x="264" y="-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2726700"/>
              </p:ext>
            </p:extLst>
          </p:nvPr>
        </p:nvGraphicFramePr>
        <p:xfrm>
          <a:off x="457200" y="411480"/>
          <a:ext cx="11277295" cy="6141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60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SOA-NCR-QL-000016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(Zone A – B2 Soffit)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Substandard SF3 concrete soffit finish: recurring honeycombing, surface voids, uneven texture, embedded tape/wood.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Submit separate SF-3.0 repair Method Statement; initiate trial repair mock-up using approved repair materials.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2026-02-17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202 d</a:t>
                      </a:r>
                    </a:p>
                    <a:p>
                      <a:pPr algn="ctr">
                        <a:defRPr sz="14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[OVERDUE]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MST for SF2 &amp; SF3 has been submitted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SOA-NCR-QL-000019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(Zone 1-B2 Wall)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Defective mock-up curved wall executed with styrofoam formwork; delay in corrective action plan submission.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3rd-party NDT structural testing completed; submit comprehensive integrity report and Code A repair MS.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2026-04-28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132 d</a:t>
                      </a:r>
                    </a:p>
                    <a:p>
                      <a:pPr algn="ctr">
                        <a:defRPr sz="14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[OVERDUE]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NDT testing conducted</a:t>
                      </a:r>
                      <a:r>
                        <a:rPr lang="en-US" dirty="0"/>
                        <a:t>. The report is expected by Monday 14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Sep</a:t>
                      </a:r>
                      <a:endParaRPr dirty="0"/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SOA-NCR-QL-000024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Arch / Civil (Zone 2 – B1 CMU)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Unapproved expansion joint filler boards used in CMU blockwork without approved MAR or sample.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Stop using unapproved filler board; submit revised MAR addressing Code C comments &amp; sample; hold TBT.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2026-05-24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106 d</a:t>
                      </a:r>
                    </a:p>
                    <a:p>
                      <a:pPr algn="ctr">
                        <a:defRPr sz="14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[OVERDUE]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3rd-party testing not available, we are in contact with manufacturer for solution</a:t>
                      </a:r>
                      <a:r>
                        <a:rPr lang="en-US" dirty="0"/>
                        <a:t>, letter is expected by next week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938511"/>
              </p:ext>
            </p:extLst>
          </p:nvPr>
        </p:nvGraphicFramePr>
        <p:xfrm>
          <a:off x="98475" y="76200"/>
          <a:ext cx="11844998" cy="66059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29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92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931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4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44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604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9017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1768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SOA-NCR-QL-000026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Arch / Civil (Zone 2 – B1 CMU)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Unauthorized blockwork construction above lintel beam level without approved builder drawings or MEP clearance.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Submitted revised elevation drawings (WF-216178) conforming to calculations (WF-200995); coordinate MEP before casting.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2026-06-28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71 d</a:t>
                      </a:r>
                    </a:p>
                    <a:p>
                      <a:pPr algn="ctr">
                        <a:defRPr sz="14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[OVERDUE]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Drawings are code C due to room ID/Name, MEP is code B. MEP dept is actively working with Arch before casting takes place. Bond beam levels will be reflected in the As-built drawings.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47584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rPr dirty="0"/>
                        <a:t>BV-BSW-105-0000-</a:t>
                      </a:r>
                      <a:br>
                        <a:rPr dirty="0"/>
                      </a:br>
                      <a:r>
                        <a:rPr dirty="0"/>
                        <a:t>SOA-NCR-QL-000027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rPr dirty="0"/>
                        <a:t>Arch / Civil (Zone E – B1 Wall)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Graffiti on SF-3.0 exposed concrete wall at Zone E (B1 level), compromising architectural fair-faced finish.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Remove graffiti via gentle sanding/washing to match color; submit SF3 repair MS/WIR; post warning signage &amp; hold TBT.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2026-07-06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63 d</a:t>
                      </a:r>
                    </a:p>
                    <a:p>
                      <a:pPr algn="ctr">
                        <a:defRPr sz="14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[OVERDUE]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sz="2400" b="1" dirty="0">
                          <a:solidFill>
                            <a:srgbClr val="00B050"/>
                          </a:solidFill>
                        </a:rPr>
                        <a:t>Closed</a:t>
                      </a:r>
                      <a:endParaRPr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7584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SOA-NCR-QL-000028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(Zone 5 L0 to L1)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ACROW clearance issued without verification, causing fresh concrete slurry leak into B2 elevator shaft.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Enforce strict ACROW pre-pour physical site checks; seal formwork joints; clean elevator shaft; submit formal CAPA.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2026-07-12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57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Formwork is typical for all the areas, any special areas formwork </a:t>
                      </a:r>
                      <a:r>
                        <a:rPr lang="en-US" dirty="0" err="1"/>
                        <a:t>drwg</a:t>
                      </a:r>
                      <a:r>
                        <a:rPr lang="en-US" dirty="0"/>
                        <a:t> will be submitted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4254833"/>
              </p:ext>
            </p:extLst>
          </p:nvPr>
        </p:nvGraphicFramePr>
        <p:xfrm>
          <a:off x="457200" y="411480"/>
          <a:ext cx="11277295" cy="6141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60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SOA-NCR-QL-000029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Arch / MEP (Basement B2)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MEP installations (HDPE hanging drainage pipes) commenced prior to architectural clearance and painting completion.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Suspend MEP works; remove HDPE pipes for painting completion; introduce mandatory Area Acceptance Record (AAR).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2026-07-13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56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CAPA Approved — </a:t>
                      </a:r>
                      <a:r>
                        <a:rPr lang="en-US" dirty="0"/>
                        <a:t>AAR is complete, WIR is under review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SOA-NCR-QL-000031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(Zone 4 L0)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Unauthorized cutting and drilling into completed RC structural wall for placing boom support without CSC approval.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Isolate wall; submit boom reaction calculations and opening closure MS; repair damaged rebar/concrete; hold TBT.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2026-07-19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50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CAPA Approved (Code B</a:t>
                      </a:r>
                      <a:r>
                        <a:rPr dirty="0"/>
                        <a:t>) —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Str calc and 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</a:rPr>
                        <a:t>drwg</a:t>
                      </a:r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 to be submitted for approval</a:t>
                      </a:r>
                      <a:endParaRPr lang="en-US" dirty="0"/>
                    </a:p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endParaRPr dirty="0">
                        <a:solidFill>
                          <a:srgbClr val="FFC000"/>
                        </a:solidFill>
                      </a:endParaRP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SOA-NCR-QL-000032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Architectural (Zones 2, 3, 5, 6 – B2)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Repeated unauthorized bond beam casting and blockwork without approved builder drawings or MEP clearance.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Submitted updated elevation drawings (WF-220202); confirmed structural calculations (WF-200995); conduct TBT.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2026-07-30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39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Response same as NCR-26 — Drawings Code C (room ID/Name); elevation drawings under resubmission.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51883"/>
              </p:ext>
            </p:extLst>
          </p:nvPr>
        </p:nvGraphicFramePr>
        <p:xfrm>
          <a:off x="457200" y="411480"/>
          <a:ext cx="11277295" cy="6141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60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SOA-NCR-QL-000033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Architectural (Zones 9, 10, 11 – B2)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Repeated failure to achieve specified SF3 fair-faced concrete finish quality: formwork misalignment, honeycombing.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Finalize comprehensive SF3 repair method statement; execute repair mock-ups for consultant inspection.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33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MST for SF2 &amp; SF3 has been submitted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rPr dirty="0"/>
                        <a:t>BV-BSW-105-0000-</a:t>
                      </a:r>
                      <a:br>
                        <a:rPr dirty="0"/>
                      </a:br>
                      <a:r>
                        <a:rPr dirty="0"/>
                        <a:t>SOA-NCR-QL-000034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rPr dirty="0"/>
                        <a:t>Civil (Zone 1)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Unauthorized concrete casting resulting in missing additional reinforcement around embedded steel plates in Zone 1.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Submit detailed CAPA with structural justification/NDT; work on hold at affected location until approved.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2026-08-12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26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CAPA Approved (Code B) — </a:t>
                      </a:r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Str calc and 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</a:rPr>
                        <a:t>drwg</a:t>
                      </a:r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 to be submitted for approval</a:t>
                      </a:r>
                      <a:endParaRPr lang="en-US" dirty="0"/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SOA-NCR-QL-000035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Architectural (Zone 10-B1)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Repeated unauthorized SF3 repair works on fair-faced concrete walls using unapproved cement mortar patches.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Remove unapproved cement patches; execute repairs strictly using approved MAR materials and inspected WIRs.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25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MST for SF2 &amp; SF3 has been submitted; unauthorized patches mechanically removed.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3023913"/>
              </p:ext>
            </p:extLst>
          </p:nvPr>
        </p:nvGraphicFramePr>
        <p:xfrm>
          <a:off x="457200" y="411480"/>
          <a:ext cx="11277295" cy="6141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60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SOA-NCR-QL-000036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Architectural (Material Storage)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Improper storage of Dry Mix Mortar bags directly on ground in open area exposed to rain, moisture, and contamination.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Improve storage controls to prevent moisture; halt unapproved dry mix and switch to approved Premix bags (WP-500C12.4).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25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Closed</a:t>
                      </a: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rPr dirty="0"/>
                        <a:t>BV-BSW-105-0000-</a:t>
                      </a:r>
                      <a:br>
                        <a:rPr dirty="0"/>
                      </a:br>
                      <a:r>
                        <a:rPr dirty="0"/>
                        <a:t>SOA-NCR-QL-000037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rPr dirty="0"/>
                        <a:t>Civil / MEP (B2 Water Tank Wall)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Unauthorized demolition of 300 mm cast wall to add 7 missed MEP flanges at B2 Water Tank, damaging water stopper.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Immediately stop demolition; submit Root Cause Analysis, structural repair MS, and water stopper reinstatement plan.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2026-08-17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21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CAPA Approved (Code B on 03-Sep) </a:t>
                      </a:r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WIR submitted for close out</a:t>
                      </a:r>
                      <a:r>
                        <a:rPr dirty="0"/>
                        <a:t>— Water-stop reinstatement and patch repairs proceeding under supervision.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rPr dirty="0"/>
                        <a:t>BV-BSW-105-0000-</a:t>
                      </a:r>
                      <a:br>
                        <a:rPr dirty="0"/>
                      </a:br>
                      <a:r>
                        <a:rPr dirty="0"/>
                        <a:t>SOA-NCR-QL-000038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rPr dirty="0"/>
                        <a:t>Civil (Zone 2 – Wall P2-01)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Unauthorized cutting and welding of structural reinforcement bars to fit embedded plates at Zone 2.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Submit structural justification, rebar repair details, and CAPA for Consultant review; hold further works.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18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CAPA Approved (Code B on 24-Aug) — Rebar repair completed</a:t>
                      </a:r>
                      <a:r>
                        <a:rPr lang="en-US" dirty="0"/>
                        <a:t>. Waiting for </a:t>
                      </a:r>
                      <a:r>
                        <a:rPr lang="en-US" dirty="0" err="1"/>
                        <a:t>drwg</a:t>
                      </a:r>
                      <a:r>
                        <a:rPr lang="en-US" dirty="0"/>
                        <a:t> for technical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236041"/>
              </p:ext>
            </p:extLst>
          </p:nvPr>
        </p:nvGraphicFramePr>
        <p:xfrm>
          <a:off x="457200" y="411480"/>
          <a:ext cx="11401865" cy="6141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3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86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9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1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4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SOA-NCR-QL-000039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Façade (Façade Mockup)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JANGHO unauthorized welding on Façade Mockup: no approved WPS, uncertified welders, non-compliant with AWS D1.1.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Suspended welding works; submit WPS, welder qualification records, calibration certificates, and Welding MS &amp; ITP.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18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NDT inspection completed on 3rd Sep; welder qualification package under final compilation.</a:t>
                      </a:r>
                      <a:r>
                        <a:rPr lang="en-US" dirty="0"/>
                        <a:t> WPS, MAT, MST(UR)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rPr dirty="0"/>
                        <a:t>BV-BSW-105-0000-</a:t>
                      </a:r>
                      <a:br>
                        <a:rPr dirty="0"/>
                      </a:br>
                      <a:r>
                        <a:rPr dirty="0"/>
                        <a:t>SOA-NCR-QL-000040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rPr dirty="0"/>
                        <a:t>Documentation / QA/QC KPI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High Code C rate on Material Submittals (84 submittals at Code C; KPI &lt; 70% vs mandatory 90% project requirement).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Enforce strict internal technical QA/QC review; withdraw non-applicable submittals; submit recovery plan to reach 90% KPI.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2026-08-25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13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CAPA will be submitted</a:t>
                      </a:r>
                      <a:endParaRPr dirty="0"/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SOA-NCR-QL-000041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/ Material (Rebar Laydown)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Unapproved Grade 80 Steel delivered to site from Al-</a:t>
                      </a:r>
                      <a:r>
                        <a:rPr dirty="0" err="1"/>
                        <a:t>Ittefaq</a:t>
                      </a:r>
                      <a:r>
                        <a:rPr dirty="0"/>
                        <a:t> Steel without approved MAR/MIR (both currently Code-C).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Quarantined delivered steel; enforce strict no-use policy until formal approval or removal from site; submit preventive plan.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13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rgbClr val="00B050"/>
                          </a:solidFill>
                        </a:rPr>
                        <a:t>Material quarantined on site, NCR </a:t>
                      </a:r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closing to be discussed</a:t>
                      </a:r>
                      <a:endParaRPr dirty="0">
                        <a:solidFill>
                          <a:srgbClr val="00B050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562710"/>
              </p:ext>
            </p:extLst>
          </p:nvPr>
        </p:nvGraphicFramePr>
        <p:xfrm>
          <a:off x="457200" y="411480"/>
          <a:ext cx="11277295" cy="6141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60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SOA-NCR-QL-000042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(Zone 9 B1 Joint)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Repeated non-compliance: formwork removed at construction joint at Zone 9 B1. Edge shutter stripped prematurely.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Halt premature formwork stripping; reinstate edge shutter support; inspect joint face and submit method statement.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11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CAPA</a:t>
                      </a:r>
                      <a:r>
                        <a:rPr lang="en-US" dirty="0"/>
                        <a:t> will submit today</a:t>
                      </a:r>
                      <a:r>
                        <a:rPr dirty="0"/>
                        <a:t>) — Edge shutter reinstated; </a:t>
                      </a:r>
                      <a:r>
                        <a:rPr lang="en-US" dirty="0"/>
                        <a:t>construction joint method statement drafted.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SOA-NCR-QL-000043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(Slab Zone 9 B1)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Unacceptable concrete quality and ineffective preventive measures on slab at Zone 9 B1: surface voids and uneven finish.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Perform thorough concrete defect mapping, core testing/NDT if requested; submit remedial method statement and controls.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2026-08-30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3</a:t>
                      </a:r>
                      <a:r>
                        <a:rPr lang="en-US" baseline="30000" dirty="0">
                          <a:solidFill>
                            <a:srgbClr val="FFC000"/>
                          </a:solidFill>
                        </a:rPr>
                        <a:t>rd</a:t>
                      </a:r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 party test done, waiting for report</a:t>
                      </a:r>
                      <a:endParaRPr dirty="0">
                        <a:solidFill>
                          <a:srgbClr val="FFC000"/>
                        </a:solidFill>
                      </a:endParaRP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SOA-NCR-QL-000044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Quality / Documentation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NEW: Low NCR Closure KPI and Overdue NCRs: Issued by Client/Consultant due to slow closeout turnaround and accumulated overdue items.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Formulate and submit an immediate, high-priority NCR Recovery Plan; mobilize dedicated technical engineers to close pending items.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2026-09-06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NCR closing on-going process. Closing to be discussed</a:t>
                      </a:r>
                      <a:endParaRPr dirty="0">
                        <a:solidFill>
                          <a:srgbClr val="FFC000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8570"/>
              </p:ext>
            </p:extLst>
          </p:nvPr>
        </p:nvGraphicFramePr>
        <p:xfrm>
          <a:off x="457200" y="411480"/>
          <a:ext cx="11277295" cy="60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60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8920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SOA-NCR-QL-000045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(Zone 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NEW: Unauthorized cutting/welding of non-weldable structural reinforcement bars and unauthorized concrete demolition works in Zone 5.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Immediately cease cutting/welding &amp; demolition in Zone 5; submit structural damage evaluation and rebar reinstatement MS.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2026-09-06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Dowels have been removed, reinstallation on-going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8920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SOA-NCR-QL-000046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Architectural (Zone 11 B2)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NEW: Persistent and uncontrolled non-compliance with SF3 fair-faced architectural concrete finish requirements at Zone 11 (B2 level).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Stop concreting in Zone 11 fair-faced elements until formwork quality and placement practices are audited; submit detailed CAPA.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2026-09-07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 d</a:t>
                      </a:r>
                    </a:p>
                    <a:p>
                      <a:pPr algn="ctr">
                        <a:defRPr sz="120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CAPA will be submitted, formwork will be installed and grouting will be done</a:t>
                      </a:r>
                      <a:endParaRPr dirty="0"/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1851</TotalTime>
  <Words>1713</Words>
  <Application>Microsoft Macintosh PowerPoint</Application>
  <PresentationFormat>Widescreen</PresentationFormat>
  <Paragraphs>263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Office</cp:lastModifiedBy>
  <cp:revision>5</cp:revision>
  <dcterms:created xsi:type="dcterms:W3CDTF">2013-01-27T09:14:16Z</dcterms:created>
  <dcterms:modified xsi:type="dcterms:W3CDTF">2026-09-10T14:31:35Z</dcterms:modified>
  <cp:category/>
</cp:coreProperties>
</file>