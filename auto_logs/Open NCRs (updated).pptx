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723"/>
  </p:normalViewPr>
  <p:slideViewPr>
    <p:cSldViewPr snapToGrid="0" snapToObjects="1">
      <p:cViewPr>
        <p:scale>
          <a:sx n="93" d="100"/>
          <a:sy n="93" d="100"/>
        </p:scale>
        <p:origin x="584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647484"/>
              </p:ext>
            </p:extLst>
          </p:nvPr>
        </p:nvGraphicFramePr>
        <p:xfrm>
          <a:off x="320040" y="320040"/>
          <a:ext cx="11548872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Document No.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Description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Corrective Action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 Date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Days Passed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BV-BSW-105-0000-SOA-NCR-QL-000016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Civil (Zone A – B2 Soffit)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Substandard SF3 concrete soffit finish: recurring honeycombing, surface voids, uneven texture, embedded tape/wood.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Submit separate SF-3.0 repair Method Statement; initiate trial repair mock-up using approved repair materials.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2026-02-17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226 d</a:t>
                      </a:r>
                    </a:p>
                    <a:p>
                      <a:pPr algn="ctr">
                        <a:defRPr sz="14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[OVERDUE]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SF3 soffit mock-up approval pending.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BV-BSW-105-0000-SOA-NCR-QL-000019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Civil (Zone 1-B2 Wall)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Defective mock-up curved wall executed with styrofoam formwork; delay in corrective action plan submission.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3rd-party NDT structural testing completed; submit comprehensive integrity report and Code A repair MS.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2026-04-28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156 d</a:t>
                      </a:r>
                    </a:p>
                    <a:p>
                      <a:pPr algn="ctr">
                        <a:defRPr sz="14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[OVERDUE]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/>
                        <a:t>NDT testing conducted. The test is passed, the report has been submitted on Aconex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BV-BSW-105-0000-SOA-NCR-QL-000026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Arch / Civil (Zone 2 – B1 CMU)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Unauthorized blockwork construction above lintel beam level without approved builder drawings or MEP clearance.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Submitted revised elevation drawings (WF-216178) conforming to calculations (WF-200995); coordinate MEP before casting.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2026-06-28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95 d</a:t>
                      </a:r>
                    </a:p>
                    <a:p>
                      <a:pPr algn="ctr">
                        <a:defRPr sz="14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[OVERDUE]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MEP team to check conflict with lintel beams.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40186"/>
              </p:ext>
            </p:extLst>
          </p:nvPr>
        </p:nvGraphicFramePr>
        <p:xfrm>
          <a:off x="320040" y="320040"/>
          <a:ext cx="11548872" cy="5885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Document No.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Description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Corrective Action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 Date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Days Passed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BV-BSW-105-0000-SOA-NCR-QL-000028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Civil (Zone 5 L0 to L1)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ACROW clearance issued without verification, causing fresh concrete slurry leak into B2 elevator shaft.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Enforce strict ACROW pre-pour physical site checks; seal formwork joints; clean elevator shaft; submit formal CAPA.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2026-07-12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81 d</a:t>
                      </a:r>
                    </a:p>
                    <a:p>
                      <a:pPr algn="ctr">
                        <a:defRPr sz="14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[OVERDUE]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Typical drawings submitted currently under review on Aconex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BV-BSW-105-0000-SOA-NCR-QL-000029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Arch / MEP (Basement B2)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MEP installations (HDPE hanging drainage pipes) commenced prior to architectural clearance and painting completion.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Suspend MEP works; remove HDPE pipes for painting completion; introduce mandatory Area Acceptance Record (AAR).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2026-07-13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80 d</a:t>
                      </a:r>
                    </a:p>
                    <a:p>
                      <a:pPr algn="ctr">
                        <a:defRPr sz="14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[OVERDUE]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/>
                        <a:t>MEP proposal has been submitted to CSC, which outlines utilities can be removed in some areas and remain in other area for sofit finishing.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BV-BSW-105-0000-SOA-NCR-QL-000031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Civil (Zone 4 L0)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Unauthorized cutting and drilling into completed RC structural wall for placing boom support without CSC approval.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Isolate wall; submit boom reaction calculations and opening closure MS; repair damaged rebar/concrete; hold TBT.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2026-07-19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74 d</a:t>
                      </a:r>
                    </a:p>
                    <a:p>
                      <a:pPr algn="ctr">
                        <a:defRPr sz="14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[OVERDUE]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CAPA Approved (Code B) — Str calc and </a:t>
                      </a:r>
                      <a:r>
                        <a:rPr dirty="0" err="1">
                          <a:solidFill>
                            <a:srgbClr val="FF0000"/>
                          </a:solidFill>
                        </a:rPr>
                        <a:t>drwg</a:t>
                      </a:r>
                      <a:r>
                        <a:rPr dirty="0">
                          <a:solidFill>
                            <a:srgbClr val="FF0000"/>
                          </a:solidFill>
                        </a:rPr>
                        <a:t> will be submitted by 1st Oct 2026.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7987"/>
              </p:ext>
            </p:extLst>
          </p:nvPr>
        </p:nvGraphicFramePr>
        <p:xfrm>
          <a:off x="320040" y="320040"/>
          <a:ext cx="11548872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Document No.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Description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Corrective Action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 Date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Days Passed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rPr dirty="0"/>
                        <a:t>BV-BSW-105-0000-SOA-NCR-QL-000032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Architectural (Zones 2, 3, 5, 6 – B2)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Repeated unauthorized bond beam casting and blockwork without approved builder drawings or MEP clearance.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Submitted updated elevation drawings (WF-220202); confirmed structural calculations (WF-200995); conduct TBT.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2026-07-30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63 d</a:t>
                      </a:r>
                    </a:p>
                    <a:p>
                      <a:pPr algn="ctr">
                        <a:defRPr sz="14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[OVERDUE]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Response same as NCR-26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, email to be sent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BV-BSW-105-0000-SOA-NCR-QL-000033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Architectural (Zones 9, 10, 11 – B2)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Repeated failure to achieve specified SF3 fair-faced concrete finish quality: formwork misalignment, honeycombing.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Finalize comprehensive SF3 repair method statement; execute repair mock-ups for consultant inspection.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2026-08-05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57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SF3 soffit mock-up approval pending.</a:t>
                      </a:r>
                      <a:endParaRPr dirty="0"/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rPr dirty="0"/>
                        <a:t>BV-BSW-105-0000-SOA-NCR-QL-000034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Civil (Zone 1)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Unauthorized concrete casting resulting in missing additional reinforcement around embedded steel plates in Zone 1.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Submit detailed CAPA with structural justification/NDT; work on hold at affected location until approved.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2026-08-12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50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/>
                        <a:t>CAPA Approved</a:t>
                      </a:r>
                      <a:r>
                        <a:rPr lang="en-US" dirty="0"/>
                        <a:t>, the closing depend on the construction schedule, expected date of closure 31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Oct.</a:t>
                      </a:r>
                      <a:endParaRPr dirty="0"/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30727"/>
              </p:ext>
            </p:extLst>
          </p:nvPr>
        </p:nvGraphicFramePr>
        <p:xfrm>
          <a:off x="320040" y="320040"/>
          <a:ext cx="11548872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Document No.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Description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Corrective Action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 Date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Days Passed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BV-BSW-105-0000-SOA-NCR-QL-000035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Architectural (Zone 10-B1)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Repeated unauthorized SF3 repair works on fair-faced concrete walls using unapproved cement mortar patches.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Remove unapproved cement patches; execute repairs strictly using approved MAR materials and inspected WIRs.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2026-08-13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49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/>
                        <a:t>MST for SF2 &amp; SF3 has been submitted; unauthorized patches mechanically removed.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BV-BSW-105-0000-SOA-NCR-QL-000038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Civil (Zone 2 – Wall P2-01)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Unauthorized cutting and welding of structural reinforcement bars to fit embedded plates at Zone 2.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Submit structural justification, rebar repair details, and CAPA for Consultant review; hold further works.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2026-08-20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42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Close out submitted on 29</a:t>
                      </a:r>
                      <a:r>
                        <a:rPr lang="en-US" baseline="30000" dirty="0">
                          <a:solidFill>
                            <a:srgbClr val="00B050"/>
                          </a:solidFill>
                        </a:rPr>
                        <a:t>th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 Sep.</a:t>
                      </a:r>
                      <a:endParaRPr dirty="0">
                        <a:solidFill>
                          <a:srgbClr val="00B050"/>
                        </a:solidFill>
                      </a:endParaRP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BV-BSW-105-0000-SOA-NCR-QL-000039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Façade (Façade Mockup)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JANGHO unauthorized welding on Façade Mockup: no approved WPS, uncertified welders, non-compliant with AWS D1.1.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Suspended welding works; submit WPS, welder qualification records, calibration certificates, and Welding MS &amp; ITP.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2026-08-20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42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CAPA will be submitted today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Oct</a:t>
                      </a:r>
                      <a:endParaRPr dirty="0"/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075749"/>
              </p:ext>
            </p:extLst>
          </p:nvPr>
        </p:nvGraphicFramePr>
        <p:xfrm>
          <a:off x="320040" y="320040"/>
          <a:ext cx="11548872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Document No.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Description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Corrective Action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 Date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Days Passed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BV-BSW-105-0000-SOA-NCR-QL-000040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Documentation / QA/QC KPI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High Code C rate on Material Submittals (84 submittals at Code C; KPI &lt; 70% vs mandatory 90% project requirement).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Enforce strict internal technical QA/QC review; withdraw non-applicable submittals; submit recovery plan to reach 90% KPI.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2026-08-25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37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/>
                        <a:t>CAPA will be submitted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BV-BSW-105-0000-SOA-NCR-QL-000042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Civil (Zone 9 B1 Joint)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Repeated non-compliance: formwork removed at construction joint at Zone 9 B1. Edge shutter stripped prematurely.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Halt premature formwork stripping; reinstate edge shutter support; inspect joint face and submit method statement.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2026-08-27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35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CAPA approved, close-out will be submitted on 1</a:t>
                      </a:r>
                      <a:r>
                        <a:rPr lang="en-US" sz="1400" baseline="30000" dirty="0">
                          <a:solidFill>
                            <a:srgbClr val="00B050"/>
                          </a:solidFill>
                        </a:rPr>
                        <a:t>st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 Oct.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BV-BSW-105-0000-SOA-NCR-QL-000043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Civil (Slab Zone 9 B1)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Unacceptable concrete quality and ineffective preventive measures on slab at Zone 9 B1: surface voids and uneven finish.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Perform thorough concrete defect mapping, core testing/NDT if requested; submit remedial method statement and controls.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2026-08-30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32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rgbClr val="00B050"/>
                          </a:solidFill>
                        </a:rPr>
                        <a:t>Test report has been submitted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952919"/>
              </p:ext>
            </p:extLst>
          </p:nvPr>
        </p:nvGraphicFramePr>
        <p:xfrm>
          <a:off x="320040" y="320040"/>
          <a:ext cx="11548872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Document No.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Description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Corrective Action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 Date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Days Passed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BV-BSW-105-0000-SOA-NCR-QL-000044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Quality / Documentation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NEW: Low NCR Closure KPI and Overdue NCRs: Issued by Client/Consultant due to slow closeout turnaround and accumulated overdue items.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Formulate and submit an immediate, high-priority NCR Recovery Plan; mobilize dedicated technical engineers to close pending items.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2026-09-06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25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/>
                        <a:t>NCR closing on-going process. 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BV-BSW-105-0000-SOA-NCR-QL-000045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Civil (Zone 5)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NEW: Unauthorized cutting/welding of non-weldable structural reinforcement bars and unauthorized concrete demolition works in Zone 5.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Immediately cease cutting/welding &amp; demolition in Zone 5; submit structural damage evaluation and rebar reinstatement MS.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2026-09-06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25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/>
                        <a:t>CAPA </a:t>
                      </a:r>
                      <a:r>
                        <a:rPr lang="en-US" dirty="0"/>
                        <a:t>has been approved, close-out expected by 7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Oct.</a:t>
                      </a:r>
                      <a:endParaRPr dirty="0"/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BV-BSW-105-0000-SOA-NCR-QL-000046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Architectural (Zone 11 B2)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NEW: Persistent and uncontrolled non-compliance with SF3 fair-faced architectural concrete finish requirements at Zone 11 (B2 level).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Stop concreting in Zone 11 fair-faced elements until formwork quality and placement practices are audited; submit detailed CAPA.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2026-09-07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24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/>
                        <a:t>Test is done, report is submitted, repair will be planned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516025"/>
              </p:ext>
            </p:extLst>
          </p:nvPr>
        </p:nvGraphicFramePr>
        <p:xfrm>
          <a:off x="320040" y="320040"/>
          <a:ext cx="11548872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Document No.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Description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Corrective Action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 Date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Days Passed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BV-BSW-105-0000-SOA-NCR-QL-000047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Civil (Zone 1 B1)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NEW: Unauthorized concrete chipping and improper concrete cover rectification works observed at Zone 1 (B1 level).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Cease unauthorized chipping; submit structural assessment, approved repair method statement, and WIR for cover rectification.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2026-09-08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23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/>
                        <a:t>CAPA has been submitted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BV-BSW-105-0000-SOA-NCR-QL-000048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Civil (Zone 1 L0 to L2)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NEW: Significant wall verticality deviation noted from Level L0 to L2 in Zone 1, followed by unauthorized cosmetic repair.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Conduct comprehensive 3D laser survey for verticality deviation; submit structural integrity assessment and remedial plan to CSC.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2026-09-09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22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CAPA has been submitted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49916"/>
              </p:ext>
            </p:extLst>
          </p:nvPr>
        </p:nvGraphicFramePr>
        <p:xfrm>
          <a:off x="320040" y="320040"/>
          <a:ext cx="11548872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Document No.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NCR Description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Corrective Action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 Date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Days Passed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 marL="54864" marR="54864" marT="54864" marB="54864"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BV-BSW-105-0000-SOA-NCR-QL-000049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Structural (Zone 2)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NEW: Lifting of Truss 1 (Left Side Stage) executed without required QAQC inspections, lifting plan approval, and CSC clearance.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Halt further steel erection; submit third-party rigging/lifting inspection records, connection inspection WIR, and CAPA.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2026-09-10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21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dirty="0"/>
                        <a:t>Open (Awaiting CAPA) — Lifting and connection inspection records under compilation for CSC review.</a:t>
                      </a:r>
                    </a:p>
                  </a:txBody>
                  <a:tcPr marL="54864" marR="54864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BV-BSW-105-0000-SOA-NCR-QL-000050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Architectural (Zone E – B2)</a:t>
                      </a:r>
                    </a:p>
                    <a:p>
                      <a:pPr>
                        <a:spcBef>
                          <a:spcPts val="400"/>
                        </a:spcBef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NEW: Wall constructed at incorrect location in Zone E (B2 level), deviating from approved architectural setting-out drawings.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Conduct setting-out survey to verify deviation; submit structural impact assessment, demolition/relocation plan, and revised shop drawings.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2026-09-22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9 d</a:t>
                      </a:r>
                    </a:p>
                    <a:p>
                      <a:pPr algn="ctr">
                        <a:defRPr sz="14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[&lt; 2 Months]</a:t>
                      </a:r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Deviation will be corrected in the plastering works</a:t>
                      </a:r>
                      <a:endParaRPr dirty="0"/>
                    </a:p>
                  </a:txBody>
                  <a:tcPr marL="54864" marR="54864" marT="54864" marB="5486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1522</Words>
  <Application>Microsoft Macintosh PowerPoint</Application>
  <PresentationFormat>Widescreen</PresentationFormat>
  <Paragraphs>254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3</cp:revision>
  <dcterms:created xsi:type="dcterms:W3CDTF">2013-01-27T09:14:16Z</dcterms:created>
  <dcterms:modified xsi:type="dcterms:W3CDTF">2026-10-01T07:52:17Z</dcterms:modified>
  <cp:category/>
</cp:coreProperties>
</file>